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066" r:id="rId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37981"/>
    <a:srgbClr val="1D9A78"/>
    <a:srgbClr val="FAD7D8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>
        <p:scale>
          <a:sx n="75" d="100"/>
          <a:sy n="75" d="100"/>
        </p:scale>
        <p:origin x="9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1.jpeg"/><Relationship Id="rId5" Type="http://schemas.openxmlformats.org/officeDocument/2006/relationships/image" Target="../media/image15.JPG"/><Relationship Id="rId4" Type="http://schemas.openxmlformats.org/officeDocument/2006/relationships/image" Target="../media/image14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1.jpeg"/><Relationship Id="rId5" Type="http://schemas.openxmlformats.org/officeDocument/2006/relationships/image" Target="../media/image15.JPG"/><Relationship Id="rId4" Type="http://schemas.openxmlformats.org/officeDocument/2006/relationships/image" Target="../media/image1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BB01CA-DE0C-4CF5-B817-A0A8B27F9B72}" type="doc">
      <dgm:prSet loTypeId="urn:microsoft.com/office/officeart/2008/layout/PictureStrips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D04A529C-9532-4452-AB85-9031E142B06D}">
      <dgm:prSet phldrT="[Text]" custT="1"/>
      <dgm:spPr/>
      <dgm:t>
        <a:bodyPr/>
        <a:lstStyle/>
        <a:p>
          <a:r>
            <a:rPr lang="en-IN" sz="1400" b="1" dirty="0"/>
            <a:t>Mr. Kapil Thapar</a:t>
          </a:r>
        </a:p>
        <a:p>
          <a:r>
            <a:rPr lang="en-IN" sz="1200" b="1" i="1" dirty="0"/>
            <a:t>President</a:t>
          </a:r>
        </a:p>
      </dgm:t>
    </dgm:pt>
    <dgm:pt modelId="{8C060F8B-E80D-48BB-992D-79D1BBEF61A9}" type="parTrans" cxnId="{17FDC632-D7F1-4F51-809C-C182638EF682}">
      <dgm:prSet/>
      <dgm:spPr/>
      <dgm:t>
        <a:bodyPr/>
        <a:lstStyle/>
        <a:p>
          <a:endParaRPr lang="en-IN"/>
        </a:p>
      </dgm:t>
    </dgm:pt>
    <dgm:pt modelId="{B0DC9E93-E0BB-4E29-BBCC-EA19EE4D52F2}" type="sibTrans" cxnId="{17FDC632-D7F1-4F51-809C-C182638EF682}">
      <dgm:prSet/>
      <dgm:spPr/>
      <dgm:t>
        <a:bodyPr/>
        <a:lstStyle/>
        <a:p>
          <a:endParaRPr lang="en-IN"/>
        </a:p>
      </dgm:t>
    </dgm:pt>
    <dgm:pt modelId="{BE869E19-AE67-4AC4-9B2F-B2101D1D1F8B}">
      <dgm:prSet phldrT="[Text]" custT="1"/>
      <dgm:spPr/>
      <dgm:t>
        <a:bodyPr/>
        <a:lstStyle/>
        <a:p>
          <a:r>
            <a:rPr lang="en-IN" sz="1400" b="1" dirty="0"/>
            <a:t>Mr. Snehasis Samaddar </a:t>
          </a:r>
        </a:p>
        <a:p>
          <a:r>
            <a:rPr lang="en-IN" sz="1200" b="1" i="1" dirty="0"/>
            <a:t>Vice President</a:t>
          </a:r>
        </a:p>
      </dgm:t>
    </dgm:pt>
    <dgm:pt modelId="{E18526D4-9726-4232-AAF7-3F005E1AF624}" type="parTrans" cxnId="{529F57A2-3BBE-49C2-9253-8990BAFBD5BD}">
      <dgm:prSet/>
      <dgm:spPr/>
      <dgm:t>
        <a:bodyPr/>
        <a:lstStyle/>
        <a:p>
          <a:endParaRPr lang="en-IN"/>
        </a:p>
      </dgm:t>
    </dgm:pt>
    <dgm:pt modelId="{E3D638E7-0716-479C-9443-DC58E9AF30D1}" type="sibTrans" cxnId="{529F57A2-3BBE-49C2-9253-8990BAFBD5BD}">
      <dgm:prSet/>
      <dgm:spPr/>
      <dgm:t>
        <a:bodyPr/>
        <a:lstStyle/>
        <a:p>
          <a:endParaRPr lang="en-IN"/>
        </a:p>
      </dgm:t>
    </dgm:pt>
    <dgm:pt modelId="{A4CBDD2C-0C88-4A20-856B-9B725A23E7A9}">
      <dgm:prSet phldrT="[Text]" custT="1"/>
      <dgm:spPr/>
      <dgm:t>
        <a:bodyPr/>
        <a:lstStyle/>
        <a:p>
          <a:r>
            <a:rPr lang="en-IN" sz="1400" b="1" dirty="0"/>
            <a:t>Mr. Vernon Morais</a:t>
          </a:r>
        </a:p>
        <a:p>
          <a:r>
            <a:rPr lang="en-IN" sz="1200" b="1" i="1" dirty="0"/>
            <a:t>Vice President</a:t>
          </a:r>
        </a:p>
      </dgm:t>
    </dgm:pt>
    <dgm:pt modelId="{6E0BB8E8-54C0-420D-8923-928226671812}" type="parTrans" cxnId="{C7FF6572-4C44-4799-96E2-82EF938538FF}">
      <dgm:prSet/>
      <dgm:spPr/>
      <dgm:t>
        <a:bodyPr/>
        <a:lstStyle/>
        <a:p>
          <a:endParaRPr lang="en-IN"/>
        </a:p>
      </dgm:t>
    </dgm:pt>
    <dgm:pt modelId="{E52D8F0F-D987-4D5C-97EC-A452C57E1C90}" type="sibTrans" cxnId="{C7FF6572-4C44-4799-96E2-82EF938538FF}">
      <dgm:prSet/>
      <dgm:spPr/>
      <dgm:t>
        <a:bodyPr/>
        <a:lstStyle/>
        <a:p>
          <a:endParaRPr lang="en-IN"/>
        </a:p>
      </dgm:t>
    </dgm:pt>
    <dgm:pt modelId="{E3CC71D0-FD4D-4519-B988-A7828B675722}">
      <dgm:prSet custT="1"/>
      <dgm:spPr/>
      <dgm:t>
        <a:bodyPr/>
        <a:lstStyle/>
        <a:p>
          <a:r>
            <a:rPr lang="en-IN" sz="1400" b="1" dirty="0"/>
            <a:t>Mr. Subir Verma</a:t>
          </a:r>
        </a:p>
        <a:p>
          <a:r>
            <a:rPr lang="en-IN" sz="1200" b="1" i="1" dirty="0"/>
            <a:t>Chief Patron</a:t>
          </a:r>
        </a:p>
      </dgm:t>
    </dgm:pt>
    <dgm:pt modelId="{E2D55611-2475-4462-9940-C3C2C37716E6}" type="parTrans" cxnId="{DAD9A08C-CA98-4A28-9E3A-5A91C5A88FF4}">
      <dgm:prSet/>
      <dgm:spPr/>
      <dgm:t>
        <a:bodyPr/>
        <a:lstStyle/>
        <a:p>
          <a:endParaRPr lang="en-IN"/>
        </a:p>
      </dgm:t>
    </dgm:pt>
    <dgm:pt modelId="{32C57212-DB1B-42D3-A298-16E00E33D3EF}" type="sibTrans" cxnId="{DAD9A08C-CA98-4A28-9E3A-5A91C5A88FF4}">
      <dgm:prSet/>
      <dgm:spPr/>
      <dgm:t>
        <a:bodyPr/>
        <a:lstStyle/>
        <a:p>
          <a:endParaRPr lang="en-IN"/>
        </a:p>
      </dgm:t>
    </dgm:pt>
    <dgm:pt modelId="{5F8E3901-5A44-412D-96CC-DB45F3B9ED82}">
      <dgm:prSet custT="1"/>
      <dgm:spPr/>
      <dgm:t>
        <a:bodyPr/>
        <a:lstStyle/>
        <a:p>
          <a:r>
            <a:rPr lang="en-IN" sz="1400" b="1" dirty="0"/>
            <a:t>Mr. Bratin Ghosh</a:t>
          </a:r>
        </a:p>
        <a:p>
          <a:r>
            <a:rPr lang="en-IN" sz="1200" b="1" i="1" dirty="0"/>
            <a:t>Mentor</a:t>
          </a:r>
        </a:p>
      </dgm:t>
    </dgm:pt>
    <dgm:pt modelId="{C8F46397-247E-4060-9649-B68515E28075}" type="parTrans" cxnId="{1FF9A70D-5D88-4615-9256-CA86D0854B34}">
      <dgm:prSet/>
      <dgm:spPr/>
      <dgm:t>
        <a:bodyPr/>
        <a:lstStyle/>
        <a:p>
          <a:endParaRPr lang="en-IN"/>
        </a:p>
      </dgm:t>
    </dgm:pt>
    <dgm:pt modelId="{4D74B205-197A-452A-81B8-B88C7678A110}" type="sibTrans" cxnId="{1FF9A70D-5D88-4615-9256-CA86D0854B34}">
      <dgm:prSet/>
      <dgm:spPr/>
      <dgm:t>
        <a:bodyPr/>
        <a:lstStyle/>
        <a:p>
          <a:endParaRPr lang="en-IN"/>
        </a:p>
      </dgm:t>
    </dgm:pt>
    <dgm:pt modelId="{6566EA97-FFB4-4FEF-8D05-A687B62B1B8F}" type="pres">
      <dgm:prSet presAssocID="{05BB01CA-DE0C-4CF5-B817-A0A8B27F9B72}" presName="Name0" presStyleCnt="0">
        <dgm:presLayoutVars>
          <dgm:dir/>
          <dgm:resizeHandles val="exact"/>
        </dgm:presLayoutVars>
      </dgm:prSet>
      <dgm:spPr/>
    </dgm:pt>
    <dgm:pt modelId="{CFA4202E-F3F9-4C45-8294-693583790731}" type="pres">
      <dgm:prSet presAssocID="{D04A529C-9532-4452-AB85-9031E142B06D}" presName="composite" presStyleCnt="0"/>
      <dgm:spPr/>
    </dgm:pt>
    <dgm:pt modelId="{CD9A9E4D-074F-4399-9F89-110781C00C01}" type="pres">
      <dgm:prSet presAssocID="{D04A529C-9532-4452-AB85-9031E142B06D}" presName="rect1" presStyleLbl="trAlignAcc1" presStyleIdx="0" presStyleCnt="5" custScaleX="93382" custLinFactNeighborX="-5333" custLinFactNeighborY="-1083">
        <dgm:presLayoutVars>
          <dgm:bulletEnabled val="1"/>
        </dgm:presLayoutVars>
      </dgm:prSet>
      <dgm:spPr/>
    </dgm:pt>
    <dgm:pt modelId="{3AC09F6A-D589-44C8-BA68-A1E0A2975004}" type="pres">
      <dgm:prSet presAssocID="{D04A529C-9532-4452-AB85-9031E142B06D}" presName="rect2" presStyleLbl="fgImgPlace1" presStyleIdx="0" presStyleCnt="5" custScaleX="162786" custScaleY="123273" custLinFactNeighborX="-65951" custLinFactNeighborY="-11057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7000" r="-27000"/>
          </a:stretch>
        </a:blipFill>
      </dgm:spPr>
    </dgm:pt>
    <dgm:pt modelId="{1C452949-F47C-428C-A774-73BAF7294321}" type="pres">
      <dgm:prSet presAssocID="{B0DC9E93-E0BB-4E29-BBCC-EA19EE4D52F2}" presName="sibTrans" presStyleCnt="0"/>
      <dgm:spPr/>
    </dgm:pt>
    <dgm:pt modelId="{D1561081-0DDE-4CD2-9A87-B327955D04C8}" type="pres">
      <dgm:prSet presAssocID="{BE869E19-AE67-4AC4-9B2F-B2101D1D1F8B}" presName="composite" presStyleCnt="0"/>
      <dgm:spPr/>
    </dgm:pt>
    <dgm:pt modelId="{1121B333-607C-4672-844F-F19A002C71FA}" type="pres">
      <dgm:prSet presAssocID="{BE869E19-AE67-4AC4-9B2F-B2101D1D1F8B}" presName="rect1" presStyleLbl="trAlignAcc1" presStyleIdx="1" presStyleCnt="5" custLinFactX="16901" custLinFactNeighborX="100000" custLinFactNeighborY="6290">
        <dgm:presLayoutVars>
          <dgm:bulletEnabled val="1"/>
        </dgm:presLayoutVars>
      </dgm:prSet>
      <dgm:spPr/>
    </dgm:pt>
    <dgm:pt modelId="{5A6721D2-ACD2-4134-9478-7D213A75A12C}" type="pres">
      <dgm:prSet presAssocID="{BE869E19-AE67-4AC4-9B2F-B2101D1D1F8B}" presName="rect2" presStyleLbl="fgImgPlace1" presStyleIdx="1" presStyleCnt="5" custScaleX="133319" custScaleY="114562" custLinFactX="222950" custLinFactNeighborX="300000" custLinFactNeighborY="3341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</dgm:spPr>
    </dgm:pt>
    <dgm:pt modelId="{94E19D51-4039-40BB-A0FE-9E45CE4EFF04}" type="pres">
      <dgm:prSet presAssocID="{E3D638E7-0716-479C-9443-DC58E9AF30D1}" presName="sibTrans" presStyleCnt="0"/>
      <dgm:spPr/>
    </dgm:pt>
    <dgm:pt modelId="{90EC98F3-B91E-4F18-A69E-01F71E89D369}" type="pres">
      <dgm:prSet presAssocID="{A4CBDD2C-0C88-4A20-856B-9B725A23E7A9}" presName="composite" presStyleCnt="0"/>
      <dgm:spPr/>
    </dgm:pt>
    <dgm:pt modelId="{6A403E7A-9C51-47BB-8290-F716F31C214B}" type="pres">
      <dgm:prSet presAssocID="{A4CBDD2C-0C88-4A20-856B-9B725A23E7A9}" presName="rect1" presStyleLbl="trAlignAcc1" presStyleIdx="2" presStyleCnt="5" custScaleX="96822" custLinFactX="16304" custLinFactNeighborX="100000" custLinFactNeighborY="4131">
        <dgm:presLayoutVars>
          <dgm:bulletEnabled val="1"/>
        </dgm:presLayoutVars>
      </dgm:prSet>
      <dgm:spPr/>
    </dgm:pt>
    <dgm:pt modelId="{FFB99C44-6206-419C-A73C-D6B470D069CD}" type="pres">
      <dgm:prSet presAssocID="{A4CBDD2C-0C88-4A20-856B-9B725A23E7A9}" presName="rect2" presStyleLbl="fgImgPlace1" presStyleIdx="2" presStyleCnt="5" custScaleX="161209" custScaleY="112061" custLinFactX="227583" custLinFactNeighborX="300000" custLinFactNeighborY="6335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CDA0E966-16ED-4D8A-9C16-8EC2C8F4CAD2}" type="pres">
      <dgm:prSet presAssocID="{E52D8F0F-D987-4D5C-97EC-A452C57E1C90}" presName="sibTrans" presStyleCnt="0"/>
      <dgm:spPr/>
    </dgm:pt>
    <dgm:pt modelId="{A9743E7A-3C6F-4625-93FE-8B62B13F71C0}" type="pres">
      <dgm:prSet presAssocID="{E3CC71D0-FD4D-4519-B988-A7828B675722}" presName="composite" presStyleCnt="0"/>
      <dgm:spPr/>
    </dgm:pt>
    <dgm:pt modelId="{B517BF9F-C62C-42BB-8996-F1D0A39C2264}" type="pres">
      <dgm:prSet presAssocID="{E3CC71D0-FD4D-4519-B988-A7828B675722}" presName="rect1" presStyleLbl="trAlignAcc1" presStyleIdx="3" presStyleCnt="5" custScaleX="99595" custScaleY="95805" custLinFactX="-100000" custLinFactNeighborX="-108598" custLinFactNeighborY="1681">
        <dgm:presLayoutVars>
          <dgm:bulletEnabled val="1"/>
        </dgm:presLayoutVars>
      </dgm:prSet>
      <dgm:spPr/>
    </dgm:pt>
    <dgm:pt modelId="{0D224AF7-0DF7-4F36-996A-298184E61A99}" type="pres">
      <dgm:prSet presAssocID="{E3CC71D0-FD4D-4519-B988-A7828B675722}" presName="rect2" presStyleLbl="fgImgPlace1" presStyleIdx="3" presStyleCnt="5" custScaleX="154344" custScaleY="113029" custLinFactX="-471843" custLinFactNeighborX="-500000" custLinFactNeighborY="-1791"/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13C58C9-1529-4595-A6C3-0FC49D89474E}" type="pres">
      <dgm:prSet presAssocID="{32C57212-DB1B-42D3-A298-16E00E33D3EF}" presName="sibTrans" presStyleCnt="0"/>
      <dgm:spPr/>
    </dgm:pt>
    <dgm:pt modelId="{CE3CA485-1001-41EE-8EA6-A1156768CD98}" type="pres">
      <dgm:prSet presAssocID="{5F8E3901-5A44-412D-96CC-DB45F3B9ED82}" presName="composite" presStyleCnt="0"/>
      <dgm:spPr/>
    </dgm:pt>
    <dgm:pt modelId="{8B2F162D-CEFF-4400-9A02-29930F8DDFDD}" type="pres">
      <dgm:prSet presAssocID="{5F8E3901-5A44-412D-96CC-DB45F3B9ED82}" presName="rect1" presStyleLbl="trAlignAcc1" presStyleIdx="4" presStyleCnt="5" custLinFactNeighborX="8877" custLinFactNeighborY="6150">
        <dgm:presLayoutVars>
          <dgm:bulletEnabled val="1"/>
        </dgm:presLayoutVars>
      </dgm:prSet>
      <dgm:spPr/>
    </dgm:pt>
    <dgm:pt modelId="{1FDFA0D6-29B6-4CC1-B47F-D1016E16AD4D}" type="pres">
      <dgm:prSet presAssocID="{5F8E3901-5A44-412D-96CC-DB45F3B9ED82}" presName="rect2" presStyleLbl="fgImgPlace1" presStyleIdx="4" presStyleCnt="5" custScaleX="157961" custScaleY="130328" custLinFactNeighborX="41697" custLinFactNeighborY="1086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</dgm:ptLst>
  <dgm:cxnLst>
    <dgm:cxn modelId="{91A8AB04-C5A1-4007-B4AE-15D726DA9170}" type="presOf" srcId="{D04A529C-9532-4452-AB85-9031E142B06D}" destId="{CD9A9E4D-074F-4399-9F89-110781C00C01}" srcOrd="0" destOrd="0" presId="urn:microsoft.com/office/officeart/2008/layout/PictureStrips"/>
    <dgm:cxn modelId="{0958A509-C551-4F81-877C-DC8EC4ECE87D}" type="presOf" srcId="{05BB01CA-DE0C-4CF5-B817-A0A8B27F9B72}" destId="{6566EA97-FFB4-4FEF-8D05-A687B62B1B8F}" srcOrd="0" destOrd="0" presId="urn:microsoft.com/office/officeart/2008/layout/PictureStrips"/>
    <dgm:cxn modelId="{1FF9A70D-5D88-4615-9256-CA86D0854B34}" srcId="{05BB01CA-DE0C-4CF5-B817-A0A8B27F9B72}" destId="{5F8E3901-5A44-412D-96CC-DB45F3B9ED82}" srcOrd="4" destOrd="0" parTransId="{C8F46397-247E-4060-9649-B68515E28075}" sibTransId="{4D74B205-197A-452A-81B8-B88C7678A110}"/>
    <dgm:cxn modelId="{A8E1A71D-2F6C-4809-A89A-D0EBC7F38247}" type="presOf" srcId="{E3CC71D0-FD4D-4519-B988-A7828B675722}" destId="{B517BF9F-C62C-42BB-8996-F1D0A39C2264}" srcOrd="0" destOrd="0" presId="urn:microsoft.com/office/officeart/2008/layout/PictureStrips"/>
    <dgm:cxn modelId="{06254327-36DA-40E8-9ECF-B2D5FE74EEDF}" type="presOf" srcId="{BE869E19-AE67-4AC4-9B2F-B2101D1D1F8B}" destId="{1121B333-607C-4672-844F-F19A002C71FA}" srcOrd="0" destOrd="0" presId="urn:microsoft.com/office/officeart/2008/layout/PictureStrips"/>
    <dgm:cxn modelId="{17FDC632-D7F1-4F51-809C-C182638EF682}" srcId="{05BB01CA-DE0C-4CF5-B817-A0A8B27F9B72}" destId="{D04A529C-9532-4452-AB85-9031E142B06D}" srcOrd="0" destOrd="0" parTransId="{8C060F8B-E80D-48BB-992D-79D1BBEF61A9}" sibTransId="{B0DC9E93-E0BB-4E29-BBCC-EA19EE4D52F2}"/>
    <dgm:cxn modelId="{B150DA67-B353-496D-9D30-7B4FE64D73A2}" type="presOf" srcId="{A4CBDD2C-0C88-4A20-856B-9B725A23E7A9}" destId="{6A403E7A-9C51-47BB-8290-F716F31C214B}" srcOrd="0" destOrd="0" presId="urn:microsoft.com/office/officeart/2008/layout/PictureStrips"/>
    <dgm:cxn modelId="{C7FF6572-4C44-4799-96E2-82EF938538FF}" srcId="{05BB01CA-DE0C-4CF5-B817-A0A8B27F9B72}" destId="{A4CBDD2C-0C88-4A20-856B-9B725A23E7A9}" srcOrd="2" destOrd="0" parTransId="{6E0BB8E8-54C0-420D-8923-928226671812}" sibTransId="{E52D8F0F-D987-4D5C-97EC-A452C57E1C90}"/>
    <dgm:cxn modelId="{DAD9A08C-CA98-4A28-9E3A-5A91C5A88FF4}" srcId="{05BB01CA-DE0C-4CF5-B817-A0A8B27F9B72}" destId="{E3CC71D0-FD4D-4519-B988-A7828B675722}" srcOrd="3" destOrd="0" parTransId="{E2D55611-2475-4462-9940-C3C2C37716E6}" sibTransId="{32C57212-DB1B-42D3-A298-16E00E33D3EF}"/>
    <dgm:cxn modelId="{529F57A2-3BBE-49C2-9253-8990BAFBD5BD}" srcId="{05BB01CA-DE0C-4CF5-B817-A0A8B27F9B72}" destId="{BE869E19-AE67-4AC4-9B2F-B2101D1D1F8B}" srcOrd="1" destOrd="0" parTransId="{E18526D4-9726-4232-AAF7-3F005E1AF624}" sibTransId="{E3D638E7-0716-479C-9443-DC58E9AF30D1}"/>
    <dgm:cxn modelId="{E84D11E7-B30E-4672-91F1-2FD79757C99E}" type="presOf" srcId="{5F8E3901-5A44-412D-96CC-DB45F3B9ED82}" destId="{8B2F162D-CEFF-4400-9A02-29930F8DDFDD}" srcOrd="0" destOrd="0" presId="urn:microsoft.com/office/officeart/2008/layout/PictureStrips"/>
    <dgm:cxn modelId="{879FC181-7634-450C-9084-947481D83E28}" type="presParOf" srcId="{6566EA97-FFB4-4FEF-8D05-A687B62B1B8F}" destId="{CFA4202E-F3F9-4C45-8294-693583790731}" srcOrd="0" destOrd="0" presId="urn:microsoft.com/office/officeart/2008/layout/PictureStrips"/>
    <dgm:cxn modelId="{38E7FB43-352E-47A1-949F-D14262C6CAA7}" type="presParOf" srcId="{CFA4202E-F3F9-4C45-8294-693583790731}" destId="{CD9A9E4D-074F-4399-9F89-110781C00C01}" srcOrd="0" destOrd="0" presId="urn:microsoft.com/office/officeart/2008/layout/PictureStrips"/>
    <dgm:cxn modelId="{B386D4F1-C6F7-4A53-9DCE-B23CE08B68E6}" type="presParOf" srcId="{CFA4202E-F3F9-4C45-8294-693583790731}" destId="{3AC09F6A-D589-44C8-BA68-A1E0A2975004}" srcOrd="1" destOrd="0" presId="urn:microsoft.com/office/officeart/2008/layout/PictureStrips"/>
    <dgm:cxn modelId="{1B8CF1F5-C390-47DC-B768-EC16277D7CC9}" type="presParOf" srcId="{6566EA97-FFB4-4FEF-8D05-A687B62B1B8F}" destId="{1C452949-F47C-428C-A774-73BAF7294321}" srcOrd="1" destOrd="0" presId="urn:microsoft.com/office/officeart/2008/layout/PictureStrips"/>
    <dgm:cxn modelId="{73234927-205F-494E-8464-56ADCC2A59AF}" type="presParOf" srcId="{6566EA97-FFB4-4FEF-8D05-A687B62B1B8F}" destId="{D1561081-0DDE-4CD2-9A87-B327955D04C8}" srcOrd="2" destOrd="0" presId="urn:microsoft.com/office/officeart/2008/layout/PictureStrips"/>
    <dgm:cxn modelId="{F82C93C1-2AEB-4E86-AC01-A408B5B908C5}" type="presParOf" srcId="{D1561081-0DDE-4CD2-9A87-B327955D04C8}" destId="{1121B333-607C-4672-844F-F19A002C71FA}" srcOrd="0" destOrd="0" presId="urn:microsoft.com/office/officeart/2008/layout/PictureStrips"/>
    <dgm:cxn modelId="{87D7A3CC-DF68-4A09-B80A-E16506C5A9D6}" type="presParOf" srcId="{D1561081-0DDE-4CD2-9A87-B327955D04C8}" destId="{5A6721D2-ACD2-4134-9478-7D213A75A12C}" srcOrd="1" destOrd="0" presId="urn:microsoft.com/office/officeart/2008/layout/PictureStrips"/>
    <dgm:cxn modelId="{4ED2C813-81D1-4CC6-B7B7-D58B2FCB9C7A}" type="presParOf" srcId="{6566EA97-FFB4-4FEF-8D05-A687B62B1B8F}" destId="{94E19D51-4039-40BB-A0FE-9E45CE4EFF04}" srcOrd="3" destOrd="0" presId="urn:microsoft.com/office/officeart/2008/layout/PictureStrips"/>
    <dgm:cxn modelId="{8AE1BAA4-5770-41FE-837C-E8FD8B8BE876}" type="presParOf" srcId="{6566EA97-FFB4-4FEF-8D05-A687B62B1B8F}" destId="{90EC98F3-B91E-4F18-A69E-01F71E89D369}" srcOrd="4" destOrd="0" presId="urn:microsoft.com/office/officeart/2008/layout/PictureStrips"/>
    <dgm:cxn modelId="{942D003D-DF1E-425C-A84B-8487EDC76A6E}" type="presParOf" srcId="{90EC98F3-B91E-4F18-A69E-01F71E89D369}" destId="{6A403E7A-9C51-47BB-8290-F716F31C214B}" srcOrd="0" destOrd="0" presId="urn:microsoft.com/office/officeart/2008/layout/PictureStrips"/>
    <dgm:cxn modelId="{461D21B4-9F40-4E9D-82AC-18C3D6E5DE0E}" type="presParOf" srcId="{90EC98F3-B91E-4F18-A69E-01F71E89D369}" destId="{FFB99C44-6206-419C-A73C-D6B470D069CD}" srcOrd="1" destOrd="0" presId="urn:microsoft.com/office/officeart/2008/layout/PictureStrips"/>
    <dgm:cxn modelId="{3A962FE1-5CC8-43E0-B6B1-E95EAF0C8E3E}" type="presParOf" srcId="{6566EA97-FFB4-4FEF-8D05-A687B62B1B8F}" destId="{CDA0E966-16ED-4D8A-9C16-8EC2C8F4CAD2}" srcOrd="5" destOrd="0" presId="urn:microsoft.com/office/officeart/2008/layout/PictureStrips"/>
    <dgm:cxn modelId="{3E81DFE5-37EC-483C-B62A-E008B0AF4AD2}" type="presParOf" srcId="{6566EA97-FFB4-4FEF-8D05-A687B62B1B8F}" destId="{A9743E7A-3C6F-4625-93FE-8B62B13F71C0}" srcOrd="6" destOrd="0" presId="urn:microsoft.com/office/officeart/2008/layout/PictureStrips"/>
    <dgm:cxn modelId="{483E5F69-A8E2-4973-94C4-30584407D95A}" type="presParOf" srcId="{A9743E7A-3C6F-4625-93FE-8B62B13F71C0}" destId="{B517BF9F-C62C-42BB-8996-F1D0A39C2264}" srcOrd="0" destOrd="0" presId="urn:microsoft.com/office/officeart/2008/layout/PictureStrips"/>
    <dgm:cxn modelId="{6944AE6D-3415-4973-896D-D33B38E9F533}" type="presParOf" srcId="{A9743E7A-3C6F-4625-93FE-8B62B13F71C0}" destId="{0D224AF7-0DF7-4F36-996A-298184E61A99}" srcOrd="1" destOrd="0" presId="urn:microsoft.com/office/officeart/2008/layout/PictureStrips"/>
    <dgm:cxn modelId="{D6F4A560-F877-4CD4-80AC-3E6CF2C7D394}" type="presParOf" srcId="{6566EA97-FFB4-4FEF-8D05-A687B62B1B8F}" destId="{913C58C9-1529-4595-A6C3-0FC49D89474E}" srcOrd="7" destOrd="0" presId="urn:microsoft.com/office/officeart/2008/layout/PictureStrips"/>
    <dgm:cxn modelId="{2EB400DA-A095-4F5D-B4F3-D8A89B3C7048}" type="presParOf" srcId="{6566EA97-FFB4-4FEF-8D05-A687B62B1B8F}" destId="{CE3CA485-1001-41EE-8EA6-A1156768CD98}" srcOrd="8" destOrd="0" presId="urn:microsoft.com/office/officeart/2008/layout/PictureStrips"/>
    <dgm:cxn modelId="{012FEEAF-DBE9-4F05-91FD-C751B679FCFD}" type="presParOf" srcId="{CE3CA485-1001-41EE-8EA6-A1156768CD98}" destId="{8B2F162D-CEFF-4400-9A02-29930F8DDFDD}" srcOrd="0" destOrd="0" presId="urn:microsoft.com/office/officeart/2008/layout/PictureStrips"/>
    <dgm:cxn modelId="{8F4C3F48-F758-4489-9CF0-9DA97954957A}" type="presParOf" srcId="{CE3CA485-1001-41EE-8EA6-A1156768CD98}" destId="{1FDFA0D6-29B6-4CC1-B47F-D1016E16AD4D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9A9E4D-074F-4399-9F89-110781C00C01}">
      <dsp:nvSpPr>
        <dsp:cNvPr id="0" name=""/>
        <dsp:cNvSpPr/>
      </dsp:nvSpPr>
      <dsp:spPr>
        <a:xfrm>
          <a:off x="576001" y="631150"/>
          <a:ext cx="1760229" cy="58905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8987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Mr. Kapil Thapar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1" kern="1200" dirty="0"/>
            <a:t>President</a:t>
          </a:r>
        </a:p>
      </dsp:txBody>
      <dsp:txXfrm>
        <a:off x="576001" y="631150"/>
        <a:ext cx="1760229" cy="589055"/>
      </dsp:txXfrm>
    </dsp:sp>
    <dsp:sp modelId="{3AC09F6A-D589-44C8-BA68-A1E0A2975004}">
      <dsp:nvSpPr>
        <dsp:cNvPr id="0" name=""/>
        <dsp:cNvSpPr/>
      </dsp:nvSpPr>
      <dsp:spPr>
        <a:xfrm>
          <a:off x="134225" y="412083"/>
          <a:ext cx="671229" cy="762453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7000" r="-27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121B333-607C-4672-844F-F19A002C71FA}">
      <dsp:nvSpPr>
        <dsp:cNvPr id="0" name=""/>
        <dsp:cNvSpPr/>
      </dsp:nvSpPr>
      <dsp:spPr>
        <a:xfrm>
          <a:off x="4856157" y="669403"/>
          <a:ext cx="1883786" cy="58868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8735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Mr. Snehasis Samaddar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1" kern="1200" dirty="0"/>
            <a:t>Vice President</a:t>
          </a:r>
        </a:p>
      </dsp:txBody>
      <dsp:txXfrm>
        <a:off x="4856157" y="669403"/>
        <a:ext cx="1883786" cy="588683"/>
      </dsp:txXfrm>
    </dsp:sp>
    <dsp:sp modelId="{5A6721D2-ACD2-4134-9478-7D213A75A12C}">
      <dsp:nvSpPr>
        <dsp:cNvPr id="0" name=""/>
        <dsp:cNvSpPr/>
      </dsp:nvSpPr>
      <dsp:spPr>
        <a:xfrm>
          <a:off x="4661813" y="522989"/>
          <a:ext cx="549378" cy="708127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A403E7A-9C51-47BB-8290-F716F31C214B}">
      <dsp:nvSpPr>
        <dsp:cNvPr id="0" name=""/>
        <dsp:cNvSpPr/>
      </dsp:nvSpPr>
      <dsp:spPr>
        <a:xfrm>
          <a:off x="7024141" y="653620"/>
          <a:ext cx="1817010" cy="58645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7224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Mr. Vernon Morais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1" kern="1200" dirty="0"/>
            <a:t>Vice President</a:t>
          </a:r>
        </a:p>
      </dsp:txBody>
      <dsp:txXfrm>
        <a:off x="7024141" y="653620"/>
        <a:ext cx="1817010" cy="586453"/>
      </dsp:txXfrm>
    </dsp:sp>
    <dsp:sp modelId="{FFB99C44-6206-419C-A73C-D6B470D069CD}">
      <dsp:nvSpPr>
        <dsp:cNvPr id="0" name=""/>
        <dsp:cNvSpPr/>
      </dsp:nvSpPr>
      <dsp:spPr>
        <a:xfrm>
          <a:off x="6773690" y="546559"/>
          <a:ext cx="661790" cy="690044"/>
        </a:xfrm>
        <a:prstGeom prst="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517BF9F-C62C-42BB-8996-F1D0A39C2264}">
      <dsp:nvSpPr>
        <dsp:cNvPr id="0" name=""/>
        <dsp:cNvSpPr/>
      </dsp:nvSpPr>
      <dsp:spPr>
        <a:xfrm>
          <a:off x="3007511" y="659193"/>
          <a:ext cx="1869049" cy="56185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7224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Mr. Subir Verma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1" kern="1200" dirty="0"/>
            <a:t>Chief Patron</a:t>
          </a:r>
        </a:p>
      </dsp:txBody>
      <dsp:txXfrm>
        <a:off x="3007511" y="659193"/>
        <a:ext cx="1869049" cy="561851"/>
      </dsp:txXfrm>
    </dsp:sp>
    <dsp:sp modelId="{0D224AF7-0DF7-4F36-996A-298184E61A99}">
      <dsp:nvSpPr>
        <dsp:cNvPr id="0" name=""/>
        <dsp:cNvSpPr/>
      </dsp:nvSpPr>
      <dsp:spPr>
        <a:xfrm>
          <a:off x="2739043" y="501181"/>
          <a:ext cx="633608" cy="696005"/>
        </a:xfrm>
        <a:prstGeom prst="rect">
          <a:avLst/>
        </a:prstGeom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B2F162D-CEFF-4400-9A02-29930F8DDFDD}">
      <dsp:nvSpPr>
        <dsp:cNvPr id="0" name=""/>
        <dsp:cNvSpPr/>
      </dsp:nvSpPr>
      <dsp:spPr>
        <a:xfrm>
          <a:off x="9225063" y="674587"/>
          <a:ext cx="1876649" cy="58645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7224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Mr. Bratin Ghosh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1" kern="1200" dirty="0"/>
            <a:t>Mentor</a:t>
          </a:r>
        </a:p>
      </dsp:txBody>
      <dsp:txXfrm>
        <a:off x="9225063" y="674587"/>
        <a:ext cx="1876649" cy="586453"/>
      </dsp:txXfrm>
    </dsp:sp>
    <dsp:sp modelId="{1FDFA0D6-29B6-4CC1-B47F-D1016E16AD4D}">
      <dsp:nvSpPr>
        <dsp:cNvPr id="0" name=""/>
        <dsp:cNvSpPr/>
      </dsp:nvSpPr>
      <dsp:spPr>
        <a:xfrm>
          <a:off x="9032482" y="527356"/>
          <a:ext cx="648457" cy="8025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FC2374-C45E-4E01-B966-A5A74BC1AA92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2E2559F-1380-477B-A6B7-087EF02AB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94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E2559F-1380-477B-A6B7-087EF02ABB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5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9FFC-DA65-67A3-AC7A-458D2EEE9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D1443-9ECC-067A-5B6A-2EBC257EB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79035-2AF9-9490-5AD7-75A83B7D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0C00-3F44-4476-9661-8B7F3C375F1C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7CAD8-0CB1-8841-B2E1-182BA8765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E19F6-E9A7-C40A-8346-C14FD272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DC6F-5175-4252-8BF0-B03C0ACA3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5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F35C-2336-8C78-1EDB-B2A6F58C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C5E38-4837-8661-3DE5-0F1A127D6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69CFA-3DB4-9FED-74C8-382BF1C56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0C00-3F44-4476-9661-8B7F3C375F1C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C75AB-52F3-71F7-518F-CBDD9876E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1C9A0-2957-64C0-AEF3-3DD4BB65B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DC6F-5175-4252-8BF0-B03C0ACA3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76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A31A6-FD85-0083-862C-285C2E56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73E88-9EEE-8D82-0044-DB7B09443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7F370-FB0A-99AA-9ACD-15286B685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0C00-3F44-4476-9661-8B7F3C375F1C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11ADC-807F-10E2-870B-FE8FD77C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259E-A185-D1C9-EAA0-7FBF7A55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DC6F-5175-4252-8BF0-B03C0ACA3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99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EDE7-EA3A-8EF1-59F0-7EADD3F86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4E267-3F5A-565C-1DD8-CC35AE93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0B140-2676-4F53-A6CA-988796695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A9CA8-7F6E-0F78-8DF3-F05500BF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0C00-3F44-4476-9661-8B7F3C375F1C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5475-9E88-4589-5B80-0A36FCA1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7521F-29EA-9590-9FE1-BF830DFF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DC6F-5175-4252-8BF0-B03C0ACA3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9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AFDA-7A6E-B9BB-8E9D-47FF4EF22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8B8B9-CD85-2C93-7779-81341864B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33E0-9489-6B77-DBC4-EF2F72E83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A8A040-C952-3B4E-AF47-B3221D239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F3D0A0-7A06-3C16-5FA4-09EF68D16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92FD2-9FF5-0838-003F-DD9BAF6DC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0C00-3F44-4476-9661-8B7F3C375F1C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C4E410-ABA8-F7EC-5B0E-A5D7ECB6E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C89A89-DE71-B619-8599-2E4C72C44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DC6F-5175-4252-8BF0-B03C0ACA3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6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9D74A-5309-387E-3BCC-200B022C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BD121F-597F-5010-E9F8-BB35E2BC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0C00-3F44-4476-9661-8B7F3C375F1C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96CCC-EAA3-FCDD-A0DF-325D4379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F071E-085B-7ABB-900F-2EF5D56ED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DC6F-5175-4252-8BF0-B03C0ACA3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28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5C7125-23C7-5E11-0787-A3F935840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0C00-3F44-4476-9661-8B7F3C375F1C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28980-BB0F-31A3-93EB-2C5EDC091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C018E-3708-6E98-D502-EFF30EBC6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DC6F-5175-4252-8BF0-B03C0ACA31A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BAF73D-F09D-8967-A75B-016469607FA7}"/>
              </a:ext>
            </a:extLst>
          </p:cNvPr>
          <p:cNvSpPr txBox="1"/>
          <p:nvPr userDrawn="1"/>
        </p:nvSpPr>
        <p:spPr>
          <a:xfrm>
            <a:off x="-1" y="449170"/>
            <a:ext cx="12192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rPr>
              <a:t>Sports Infographics</a:t>
            </a:r>
          </a:p>
        </p:txBody>
      </p:sp>
    </p:spTree>
    <p:extLst>
      <p:ext uri="{BB962C8B-B14F-4D97-AF65-F5344CB8AC3E}">
        <p14:creationId xmlns:p14="http://schemas.microsoft.com/office/powerpoint/2010/main" val="92381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FF88B-CFB5-768F-CFF6-8035FBAB4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A6EEC-6847-04D4-4292-59DDDCC62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18FBD2-AA2B-7F37-7F9C-F3A70624E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BECB4-C326-FFEC-0B7F-3B372921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0C00-3F44-4476-9661-8B7F3C375F1C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53971-B640-33B1-5EFB-0187C7C9D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5F5E8-2F9B-1151-67CE-BDC3663B3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DC6F-5175-4252-8BF0-B03C0ACA3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7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1DA9-8AD1-782A-6124-2C78BDA4E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22D4A-488A-D947-142E-62A56FCA6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DC31E-0AEF-728B-5BA4-6AB7CAE7A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58CC0-4EF5-1801-D024-48C257ED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0C00-3F44-4476-9661-8B7F3C375F1C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7956B-935E-8C85-CBD0-05CD3E522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68899-8191-DEEA-07C1-9CD4131C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DC6F-5175-4252-8BF0-B03C0ACA3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763AD-4928-9747-730C-4D9EC8EF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22597-40FF-81C4-E2D1-3A85CF195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BC5F5-E44A-AC7B-0879-EC5D5FC28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0C00-3F44-4476-9661-8B7F3C375F1C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B2D04-5925-003C-E130-A56B7E2D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39855-A45A-7850-7945-F79212FF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DC6F-5175-4252-8BF0-B03C0ACA3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47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A28F48-E406-10A9-48DF-E232A1E88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445A5-4AC0-6671-BC93-37BADAFE5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109F4-3FDE-D5D7-7AF7-43EBA56E3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0C00-3F44-4476-9661-8B7F3C375F1C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DA7A1-C588-84B5-7F4D-23B9D64D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2C18E-4AF9-C110-CAA8-FDE0E10C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BDC6F-5175-4252-8BF0-B03C0ACA3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38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614F-6C32-9E6A-BDD8-76D33A94A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86B54-D145-87EA-27FB-C6CA59C9F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F9A51-C126-B4E2-7963-596B2B0178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20C00-3F44-4476-9661-8B7F3C375F1C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B898F-4549-9E87-1E4F-4BEA54AC9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B8AC4-7E81-9192-010E-E993389BF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BDC6F-5175-4252-8BF0-B03C0ACA3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7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diagramData" Target="../diagrams/data1.xml"/><Relationship Id="rId18" Type="http://schemas.openxmlformats.org/officeDocument/2006/relationships/image" Target="../media/image1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11" Type="http://schemas.openxmlformats.org/officeDocument/2006/relationships/image" Target="../media/image9.JPG"/><Relationship Id="rId5" Type="http://schemas.openxmlformats.org/officeDocument/2006/relationships/image" Target="../media/image3.JPG"/><Relationship Id="rId15" Type="http://schemas.openxmlformats.org/officeDocument/2006/relationships/diagramQuickStyle" Target="../diagrams/quickStyle1.xml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C6A11C-5ACA-9D45-D7BA-BD5CEE236782}"/>
              </a:ext>
            </a:extLst>
          </p:cNvPr>
          <p:cNvSpPr txBox="1"/>
          <p:nvPr/>
        </p:nvSpPr>
        <p:spPr>
          <a:xfrm>
            <a:off x="91440" y="-126512"/>
            <a:ext cx="121920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>
                <a:latin typeface="Lora" pitchFamily="2" charset="0"/>
              </a:defRPr>
            </a:lvl1pPr>
          </a:lstStyle>
          <a:p>
            <a:r>
              <a:rPr lang="en-US" dirty="0"/>
              <a:t>Executive Committee - CESCOSC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63" y="2002086"/>
            <a:ext cx="3396553" cy="8541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accent6">
                    <a:lumMod val="50000"/>
                  </a:schemeClr>
                </a:solidFill>
              </a:rPr>
              <a:t>        </a:t>
            </a: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Treasury</a:t>
            </a:r>
            <a:endParaRPr lang="en-IN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IN" sz="1400" b="1" dirty="0"/>
              <a:t>Kaushik Banerjee</a:t>
            </a:r>
            <a:r>
              <a:rPr lang="en-IN" sz="1400" dirty="0"/>
              <a:t>, </a:t>
            </a:r>
            <a:r>
              <a:rPr lang="en-IN" sz="1100" dirty="0"/>
              <a:t>Treasury</a:t>
            </a:r>
            <a:r>
              <a:rPr lang="en-IN" sz="1200" dirty="0"/>
              <a:t> </a:t>
            </a:r>
            <a:r>
              <a:rPr lang="en-IN" sz="1100" i="1" dirty="0"/>
              <a:t>Secretary</a:t>
            </a:r>
            <a:endParaRPr lang="en-IN" sz="700" i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chemeClr val="tx1"/>
                </a:solidFill>
              </a:rPr>
              <a:t>Pradipta</a:t>
            </a:r>
            <a:r>
              <a:rPr lang="en-IN" sz="1200" dirty="0">
                <a:solidFill>
                  <a:schemeClr val="tx1"/>
                </a:solidFill>
              </a:rPr>
              <a:t> </a:t>
            </a:r>
            <a:r>
              <a:rPr lang="en-IN" sz="1200" dirty="0" err="1">
                <a:solidFill>
                  <a:schemeClr val="tx1"/>
                </a:solidFill>
              </a:rPr>
              <a:t>Hati</a:t>
            </a:r>
            <a:endParaRPr lang="en-IN" sz="1200" dirty="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chemeClr val="tx1"/>
                </a:solidFill>
              </a:rPr>
              <a:t>Tanmoy</a:t>
            </a:r>
            <a:r>
              <a:rPr lang="en-IN" sz="1200" dirty="0">
                <a:solidFill>
                  <a:schemeClr val="tx1"/>
                </a:solidFill>
              </a:rPr>
              <a:t> Mishra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668601" y="2392172"/>
            <a:ext cx="6982036" cy="3323230"/>
            <a:chOff x="4668602" y="2629659"/>
            <a:chExt cx="6982036" cy="332323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6" name="Rounded Rectangle 15"/>
            <p:cNvSpPr/>
            <p:nvPr/>
          </p:nvSpPr>
          <p:spPr>
            <a:xfrm>
              <a:off x="4668602" y="2629659"/>
              <a:ext cx="3396555" cy="954084"/>
            </a:xfrm>
            <a:prstGeom prst="roundRect">
              <a:avLst/>
            </a:prstGeom>
            <a:grp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accent6">
                      <a:lumMod val="50000"/>
                    </a:schemeClr>
                  </a:solidFill>
                </a:rPr>
                <a:t>Tennis</a:t>
              </a:r>
            </a:p>
            <a:p>
              <a:pPr lvl="1"/>
              <a:r>
                <a:rPr lang="en-IN" sz="1600" b="1" dirty="0"/>
                <a:t>Sampad Ghosh</a:t>
              </a:r>
              <a:r>
                <a:rPr lang="en-IN" sz="1200" dirty="0"/>
                <a:t>, </a:t>
              </a:r>
              <a:r>
                <a:rPr lang="en-IN" sz="1400" dirty="0"/>
                <a:t>Tennis </a:t>
              </a:r>
              <a:r>
                <a:rPr lang="en-IN" sz="1400" i="1" dirty="0"/>
                <a:t>Secretary</a:t>
              </a:r>
              <a:endParaRPr lang="en-IN" sz="1200" i="1" dirty="0"/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1600" dirty="0"/>
                <a:t>Sangram Singha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1600" dirty="0" err="1">
                  <a:solidFill>
                    <a:schemeClr val="tx1"/>
                  </a:solidFill>
                </a:rPr>
                <a:t>Debmalya</a:t>
              </a:r>
              <a:r>
                <a:rPr lang="en-IN" sz="1600" dirty="0">
                  <a:solidFill>
                    <a:schemeClr val="tx1"/>
                  </a:solidFill>
                </a:rPr>
                <a:t> Datta</a:t>
              </a:r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668602" y="3814232"/>
              <a:ext cx="3396555" cy="954084"/>
            </a:xfrm>
            <a:prstGeom prst="roundRect">
              <a:avLst/>
            </a:prstGeom>
            <a:grp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accent6">
                      <a:lumMod val="50000"/>
                    </a:schemeClr>
                  </a:solidFill>
                </a:rPr>
                <a:t>Cricket</a:t>
              </a:r>
            </a:p>
            <a:p>
              <a:pPr lvl="1"/>
              <a:r>
                <a:rPr lang="en-IN" sz="1600" b="1" dirty="0" err="1"/>
                <a:t>Majidur</a:t>
              </a:r>
              <a:r>
                <a:rPr lang="en-IN" sz="1600" b="1" dirty="0"/>
                <a:t> Islam</a:t>
              </a:r>
              <a:r>
                <a:rPr lang="en-IN" sz="1600" dirty="0"/>
                <a:t>, </a:t>
              </a:r>
              <a:r>
                <a:rPr lang="en-IN" sz="1400" dirty="0"/>
                <a:t>Cricket</a:t>
              </a:r>
              <a:r>
                <a:rPr lang="en-IN" sz="1600" dirty="0"/>
                <a:t> </a:t>
              </a:r>
              <a:r>
                <a:rPr lang="en-IN" sz="1400" i="1" dirty="0"/>
                <a:t>Secretary</a:t>
              </a:r>
              <a:endParaRPr lang="en-IN" sz="1600" i="1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IN" sz="1600" dirty="0"/>
                <a:t>Sourav Gupta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IN" sz="1600" dirty="0"/>
                <a:t>Arnab Choudhury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668602" y="4998805"/>
              <a:ext cx="3396555" cy="954084"/>
            </a:xfrm>
            <a:prstGeom prst="roundRect">
              <a:avLst/>
            </a:prstGeom>
            <a:grp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accent6">
                      <a:lumMod val="50000"/>
                    </a:schemeClr>
                  </a:solidFill>
                </a:rPr>
                <a:t>Badminton</a:t>
              </a:r>
            </a:p>
            <a:p>
              <a:pPr lvl="1"/>
              <a:r>
                <a:rPr lang="en-IN" sz="1600" b="1" dirty="0" err="1">
                  <a:solidFill>
                    <a:schemeClr val="tx1"/>
                  </a:solidFill>
                </a:rPr>
                <a:t>Soumyajit</a:t>
              </a:r>
              <a:r>
                <a:rPr lang="en-IN" sz="1600" b="1" dirty="0">
                  <a:solidFill>
                    <a:schemeClr val="tx1"/>
                  </a:solidFill>
                </a:rPr>
                <a:t> </a:t>
              </a:r>
              <a:r>
                <a:rPr lang="en-IN" sz="1600" b="1" dirty="0" err="1">
                  <a:solidFill>
                    <a:schemeClr val="tx1"/>
                  </a:solidFill>
                </a:rPr>
                <a:t>Konar</a:t>
              </a:r>
              <a:r>
                <a:rPr lang="en-IN" sz="1600" dirty="0">
                  <a:solidFill>
                    <a:schemeClr val="tx1"/>
                  </a:solidFill>
                </a:rPr>
                <a:t>,</a:t>
              </a:r>
              <a:r>
                <a:rPr lang="en-IN" sz="1400" dirty="0">
                  <a:solidFill>
                    <a:schemeClr val="tx1"/>
                  </a:solidFill>
                </a:rPr>
                <a:t> </a:t>
              </a:r>
              <a:r>
                <a:rPr lang="en-IN" sz="1100" dirty="0" err="1">
                  <a:solidFill>
                    <a:schemeClr val="tx1"/>
                  </a:solidFill>
                </a:rPr>
                <a:t>Badm</a:t>
              </a:r>
              <a:r>
                <a:rPr lang="en-IN" sz="1100" dirty="0">
                  <a:solidFill>
                    <a:schemeClr val="tx1"/>
                  </a:solidFill>
                </a:rPr>
                <a:t>. </a:t>
              </a:r>
              <a:r>
                <a:rPr lang="en-IN" sz="1100" i="1" dirty="0">
                  <a:solidFill>
                    <a:schemeClr val="tx1"/>
                  </a:solidFill>
                </a:rPr>
                <a:t>Secretary</a:t>
              </a:r>
              <a:endParaRPr lang="en-IN" sz="800" i="1" dirty="0">
                <a:solidFill>
                  <a:schemeClr val="tx1"/>
                </a:solidFill>
              </a:endParaRP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1600" dirty="0" err="1">
                  <a:solidFill>
                    <a:schemeClr val="tx1"/>
                  </a:solidFill>
                </a:rPr>
                <a:t>Sakya</a:t>
              </a:r>
              <a:r>
                <a:rPr lang="en-IN" sz="1600" dirty="0">
                  <a:solidFill>
                    <a:schemeClr val="tx1"/>
                  </a:solidFill>
                </a:rPr>
                <a:t> </a:t>
              </a:r>
              <a:r>
                <a:rPr lang="en-IN" sz="1600" dirty="0" err="1">
                  <a:solidFill>
                    <a:schemeClr val="tx1"/>
                  </a:solidFill>
                </a:rPr>
                <a:t>Singha</a:t>
              </a:r>
              <a:r>
                <a:rPr lang="en-IN" sz="1600" dirty="0">
                  <a:solidFill>
                    <a:schemeClr val="tx1"/>
                  </a:solidFill>
                </a:rPr>
                <a:t> </a:t>
              </a:r>
              <a:r>
                <a:rPr lang="en-IN" sz="1600" dirty="0" err="1">
                  <a:solidFill>
                    <a:schemeClr val="tx1"/>
                  </a:solidFill>
                </a:rPr>
                <a:t>Maity</a:t>
              </a:r>
              <a:endParaRPr lang="en-IN" sz="1600" dirty="0">
                <a:solidFill>
                  <a:schemeClr val="tx1"/>
                </a:solidFill>
              </a:endParaRP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1600" dirty="0" err="1">
                  <a:solidFill>
                    <a:schemeClr val="tx1"/>
                  </a:solidFill>
                </a:rPr>
                <a:t>Swagata</a:t>
              </a:r>
              <a:r>
                <a:rPr lang="en-IN" sz="1600" dirty="0">
                  <a:solidFill>
                    <a:schemeClr val="tx1"/>
                  </a:solidFill>
                </a:rPr>
                <a:t> Banerjee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254083" y="2629659"/>
              <a:ext cx="3396555" cy="954084"/>
            </a:xfrm>
            <a:prstGeom prst="roundRect">
              <a:avLst/>
            </a:prstGeom>
            <a:grp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accent6">
                      <a:lumMod val="50000"/>
                    </a:schemeClr>
                  </a:solidFill>
                </a:rPr>
                <a:t>Football</a:t>
              </a:r>
            </a:p>
            <a:p>
              <a:pPr lvl="1"/>
              <a:r>
                <a:rPr lang="en-IN" sz="1600" b="1" dirty="0" err="1"/>
                <a:t>Suvro</a:t>
              </a:r>
              <a:r>
                <a:rPr lang="en-IN" sz="1600" b="1" dirty="0"/>
                <a:t> Banerjee</a:t>
              </a:r>
              <a:r>
                <a:rPr lang="en-IN" sz="1600" dirty="0"/>
                <a:t>,</a:t>
              </a:r>
              <a:r>
                <a:rPr lang="en-IN" sz="1200" i="1" dirty="0"/>
                <a:t> Football Secretary</a:t>
              </a:r>
              <a:endParaRPr lang="en-IN" sz="1100" i="1" dirty="0"/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1600" dirty="0" err="1"/>
                <a:t>Soumik</a:t>
              </a:r>
              <a:r>
                <a:rPr lang="en-IN" sz="1600" dirty="0"/>
                <a:t> Nag Roy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1600" dirty="0"/>
                <a:t>Avik Mallick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254083" y="3814232"/>
              <a:ext cx="3396555" cy="954084"/>
            </a:xfrm>
            <a:prstGeom prst="roundRect">
              <a:avLst/>
            </a:prstGeom>
            <a:grp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accent6">
                      <a:lumMod val="50000"/>
                    </a:schemeClr>
                  </a:solidFill>
                </a:rPr>
                <a:t>Table Tennis</a:t>
              </a:r>
            </a:p>
            <a:p>
              <a:pPr lvl="1"/>
              <a:r>
                <a:rPr lang="en-IN" sz="1600" b="1" dirty="0" err="1">
                  <a:solidFill>
                    <a:schemeClr val="tx1"/>
                  </a:solidFill>
                </a:rPr>
                <a:t>Ramkrishna</a:t>
              </a:r>
              <a:r>
                <a:rPr lang="en-IN" sz="1600" b="1" dirty="0">
                  <a:solidFill>
                    <a:schemeClr val="tx1"/>
                  </a:solidFill>
                </a:rPr>
                <a:t> Saha</a:t>
              </a:r>
              <a:r>
                <a:rPr lang="en-IN" sz="1600" dirty="0">
                  <a:solidFill>
                    <a:schemeClr val="tx1"/>
                  </a:solidFill>
                </a:rPr>
                <a:t>, </a:t>
              </a:r>
              <a:r>
                <a:rPr lang="en-IN" sz="1400" dirty="0">
                  <a:solidFill>
                    <a:schemeClr val="tx1"/>
                  </a:solidFill>
                </a:rPr>
                <a:t>TT </a:t>
              </a:r>
              <a:r>
                <a:rPr lang="en-IN" sz="1200" i="1" dirty="0">
                  <a:solidFill>
                    <a:schemeClr val="tx1"/>
                  </a:solidFill>
                </a:rPr>
                <a:t>Secretary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tx1"/>
                  </a:solidFill>
                </a:rPr>
                <a:t>Sujay </a:t>
              </a:r>
              <a:r>
                <a:rPr lang="en-IN" sz="1600" dirty="0" err="1">
                  <a:solidFill>
                    <a:schemeClr val="tx1"/>
                  </a:solidFill>
                </a:rPr>
                <a:t>Podder</a:t>
              </a:r>
              <a:endParaRPr lang="en-IN" sz="1600" dirty="0">
                <a:solidFill>
                  <a:schemeClr val="tx1"/>
                </a:solidFill>
              </a:endParaRP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tx1"/>
                  </a:solidFill>
                </a:rPr>
                <a:t>Biswajit Saha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254083" y="4998805"/>
              <a:ext cx="3396555" cy="954084"/>
            </a:xfrm>
            <a:prstGeom prst="roundRect">
              <a:avLst/>
            </a:prstGeom>
            <a:grp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solidFill>
                    <a:schemeClr val="accent6">
                      <a:lumMod val="50000"/>
                    </a:schemeClr>
                  </a:solidFill>
                </a:rPr>
                <a:t>Athletics </a:t>
              </a:r>
            </a:p>
            <a:p>
              <a:pPr lvl="1"/>
              <a:r>
                <a:rPr lang="en-IN" sz="1600" b="1" dirty="0">
                  <a:solidFill>
                    <a:schemeClr val="tx1"/>
                  </a:solidFill>
                </a:rPr>
                <a:t>Roshni Guhathakurta</a:t>
              </a:r>
              <a:r>
                <a:rPr lang="en-IN" sz="1100" dirty="0">
                  <a:solidFill>
                    <a:schemeClr val="tx1"/>
                  </a:solidFill>
                </a:rPr>
                <a:t>, </a:t>
              </a:r>
              <a:r>
                <a:rPr lang="en-IN" sz="1100" dirty="0" err="1">
                  <a:solidFill>
                    <a:schemeClr val="tx1"/>
                  </a:solidFill>
                </a:rPr>
                <a:t>Ath</a:t>
              </a:r>
              <a:r>
                <a:rPr lang="en-IN" sz="1100" dirty="0">
                  <a:solidFill>
                    <a:schemeClr val="tx1"/>
                  </a:solidFill>
                </a:rPr>
                <a:t>. </a:t>
              </a:r>
              <a:r>
                <a:rPr lang="en-IN" sz="1100" i="1" dirty="0">
                  <a:solidFill>
                    <a:schemeClr val="tx1"/>
                  </a:solidFill>
                </a:rPr>
                <a:t>Secretary</a:t>
              </a: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solidFill>
                    <a:schemeClr val="tx1"/>
                  </a:solidFill>
                </a:rPr>
                <a:t>Sourya Banerjee</a:t>
              </a: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4492261" y="6068903"/>
            <a:ext cx="6865040" cy="46402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Suhash Chakraborty </a:t>
            </a:r>
            <a:r>
              <a:rPr lang="en-IN" dirty="0"/>
              <a:t>, </a:t>
            </a:r>
            <a:r>
              <a:rPr lang="en-IN" i="1" dirty="0"/>
              <a:t>General Secretary</a:t>
            </a:r>
            <a:endParaRPr lang="en-IN" sz="1600" i="1" dirty="0"/>
          </a:p>
        </p:txBody>
      </p:sp>
      <p:sp>
        <p:nvSpPr>
          <p:cNvPr id="2" name="Oval 1"/>
          <p:cNvSpPr/>
          <p:nvPr/>
        </p:nvSpPr>
        <p:spPr>
          <a:xfrm>
            <a:off x="193881" y="2082552"/>
            <a:ext cx="720000" cy="72000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/>
          <p:cNvGrpSpPr/>
          <p:nvPr/>
        </p:nvGrpSpPr>
        <p:grpSpPr>
          <a:xfrm>
            <a:off x="226042" y="3905230"/>
            <a:ext cx="3724393" cy="886923"/>
            <a:chOff x="220071" y="4483173"/>
            <a:chExt cx="3724393" cy="886923"/>
          </a:xfrm>
        </p:grpSpPr>
        <p:sp>
          <p:nvSpPr>
            <p:cNvPr id="13" name="Rounded Rectangle 12"/>
            <p:cNvSpPr/>
            <p:nvPr/>
          </p:nvSpPr>
          <p:spPr>
            <a:xfrm>
              <a:off x="547910" y="4483173"/>
              <a:ext cx="3396554" cy="83971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sz="1400" b="1" dirty="0">
                  <a:solidFill>
                    <a:schemeClr val="accent6">
                      <a:lumMod val="50000"/>
                    </a:schemeClr>
                  </a:solidFill>
                </a:rPr>
                <a:t>         Communication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b="1" dirty="0">
                  <a:solidFill>
                    <a:schemeClr val="tx1"/>
                  </a:solidFill>
                </a:rPr>
                <a:t>  Roshni Guhathakurta</a:t>
              </a:r>
              <a:r>
                <a:rPr lang="en-IN" sz="1400" dirty="0">
                  <a:solidFill>
                    <a:schemeClr val="tx1"/>
                  </a:solidFill>
                </a:rPr>
                <a:t>, </a:t>
              </a:r>
              <a:r>
                <a:rPr lang="en-IN" sz="1050" dirty="0">
                  <a:solidFill>
                    <a:schemeClr val="tx1"/>
                  </a:solidFill>
                </a:rPr>
                <a:t>Comm. </a:t>
              </a:r>
              <a:r>
                <a:rPr lang="en-IN" sz="1000" i="1" dirty="0">
                  <a:solidFill>
                    <a:schemeClr val="tx1"/>
                  </a:solidFill>
                </a:rPr>
                <a:t>Secretary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IN" sz="1200" dirty="0" err="1">
                  <a:solidFill>
                    <a:schemeClr val="tx1"/>
                  </a:solidFill>
                </a:rPr>
                <a:t>Tathagata</a:t>
              </a:r>
              <a:r>
                <a:rPr lang="en-IN" sz="1200" dirty="0">
                  <a:solidFill>
                    <a:schemeClr val="tx1"/>
                  </a:solidFill>
                </a:rPr>
                <a:t> Roy Choudhury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IN" sz="1200" dirty="0" err="1">
                  <a:solidFill>
                    <a:schemeClr val="tx1"/>
                  </a:solidFill>
                </a:rPr>
                <a:t>Puskar</a:t>
              </a:r>
              <a:r>
                <a:rPr lang="en-IN" sz="1200" dirty="0">
                  <a:solidFill>
                    <a:schemeClr val="tx1"/>
                  </a:solidFill>
                </a:rPr>
                <a:t> Basu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220071" y="4650096"/>
              <a:ext cx="720000" cy="720000"/>
            </a:xfrm>
            <a:prstGeom prst="ellipse">
              <a:avLst/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26042" y="2985458"/>
            <a:ext cx="3744034" cy="790580"/>
            <a:chOff x="193879" y="4502768"/>
            <a:chExt cx="3744034" cy="898258"/>
          </a:xfrm>
        </p:grpSpPr>
        <p:sp>
          <p:nvSpPr>
            <p:cNvPr id="14" name="Rounded Rectangle 13"/>
            <p:cNvSpPr/>
            <p:nvPr/>
          </p:nvSpPr>
          <p:spPr>
            <a:xfrm>
              <a:off x="541358" y="4502768"/>
              <a:ext cx="3396555" cy="89825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400" b="1" dirty="0">
                  <a:solidFill>
                    <a:schemeClr val="accent6">
                      <a:lumMod val="50000"/>
                    </a:schemeClr>
                  </a:solidFill>
                </a:rPr>
                <a:t>Branding &amp; Talent Management</a:t>
              </a:r>
            </a:p>
            <a:p>
              <a:pPr lvl="1"/>
              <a:r>
                <a:rPr lang="en-IN" sz="1400" b="1" dirty="0">
                  <a:solidFill>
                    <a:schemeClr val="tx1"/>
                  </a:solidFill>
                </a:rPr>
                <a:t>Amit Das</a:t>
              </a:r>
              <a:r>
                <a:rPr lang="en-IN" sz="1400" dirty="0">
                  <a:solidFill>
                    <a:schemeClr val="tx1"/>
                  </a:solidFill>
                </a:rPr>
                <a:t>, BTM </a:t>
              </a:r>
              <a:r>
                <a:rPr lang="en-IN" sz="900" i="1" dirty="0">
                  <a:solidFill>
                    <a:schemeClr val="tx1"/>
                  </a:solidFill>
                </a:rPr>
                <a:t>Secretary</a:t>
              </a:r>
              <a:endParaRPr lang="en-IN" sz="1050" i="1" dirty="0">
                <a:solidFill>
                  <a:schemeClr val="tx1"/>
                </a:solidFill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Arijit Mitra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93879" y="4586573"/>
              <a:ext cx="720000" cy="720001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1" name="Oval 30"/>
          <p:cNvSpPr/>
          <p:nvPr/>
        </p:nvSpPr>
        <p:spPr>
          <a:xfrm>
            <a:off x="4455529" y="2509214"/>
            <a:ext cx="720000" cy="720000"/>
          </a:xfrm>
          <a:prstGeom prst="ellipse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/>
          <p:cNvSpPr/>
          <p:nvPr/>
        </p:nvSpPr>
        <p:spPr>
          <a:xfrm>
            <a:off x="8093929" y="2510240"/>
            <a:ext cx="720000" cy="720000"/>
          </a:xfrm>
          <a:prstGeom prst="ellipse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/>
          <p:cNvSpPr/>
          <p:nvPr/>
        </p:nvSpPr>
        <p:spPr>
          <a:xfrm>
            <a:off x="4455529" y="3671541"/>
            <a:ext cx="720000" cy="720000"/>
          </a:xfrm>
          <a:prstGeom prst="ellipse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/>
          <p:cNvSpPr/>
          <p:nvPr/>
        </p:nvSpPr>
        <p:spPr>
          <a:xfrm>
            <a:off x="4453029" y="4872767"/>
            <a:ext cx="720000" cy="720000"/>
          </a:xfrm>
          <a:prstGeom prst="ellipse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/>
          <p:cNvSpPr/>
          <p:nvPr/>
        </p:nvSpPr>
        <p:spPr>
          <a:xfrm>
            <a:off x="8093929" y="3695058"/>
            <a:ext cx="720000" cy="720000"/>
          </a:xfrm>
          <a:prstGeom prst="ellipse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/>
          <p:cNvSpPr/>
          <p:nvPr/>
        </p:nvSpPr>
        <p:spPr>
          <a:xfrm>
            <a:off x="8093929" y="4872844"/>
            <a:ext cx="720000" cy="72000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/>
          <p:cNvSpPr/>
          <p:nvPr/>
        </p:nvSpPr>
        <p:spPr>
          <a:xfrm>
            <a:off x="4379975" y="5794569"/>
            <a:ext cx="996697" cy="954084"/>
          </a:xfrm>
          <a:prstGeom prst="ellipse">
            <a:avLst/>
          </a:prstGeom>
          <a:blipFill dpi="0"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ounded Rectangle 37"/>
          <p:cNvSpPr/>
          <p:nvPr/>
        </p:nvSpPr>
        <p:spPr>
          <a:xfrm>
            <a:off x="542687" y="4894904"/>
            <a:ext cx="3396555" cy="7969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accent6">
                    <a:lumMod val="50000"/>
                  </a:schemeClr>
                </a:solidFill>
              </a:rPr>
              <a:t>          Cultural </a:t>
            </a:r>
          </a:p>
          <a:p>
            <a:pPr lvl="1"/>
            <a:r>
              <a:rPr lang="en-IN" sz="1400" b="1" dirty="0">
                <a:solidFill>
                  <a:schemeClr val="tx1"/>
                </a:solidFill>
              </a:rPr>
              <a:t>Anindya Sen</a:t>
            </a:r>
            <a:r>
              <a:rPr lang="en-IN" sz="1400" dirty="0">
                <a:solidFill>
                  <a:schemeClr val="tx1"/>
                </a:solidFill>
              </a:rPr>
              <a:t>, </a:t>
            </a:r>
            <a:r>
              <a:rPr lang="en-IN" sz="1100" dirty="0">
                <a:solidFill>
                  <a:schemeClr val="tx1"/>
                </a:solidFill>
              </a:rPr>
              <a:t>Cultural </a:t>
            </a:r>
            <a:r>
              <a:rPr lang="en-IN" sz="1100" i="1" dirty="0">
                <a:solidFill>
                  <a:schemeClr val="tx1"/>
                </a:solidFill>
              </a:rPr>
              <a:t>Secretary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Nilanjan </a:t>
            </a:r>
            <a:r>
              <a:rPr lang="en-IN" sz="1200" dirty="0" err="1">
                <a:solidFill>
                  <a:schemeClr val="tx1"/>
                </a:solidFill>
              </a:rPr>
              <a:t>Daripa</a:t>
            </a:r>
            <a:endParaRPr lang="en-IN" sz="1200" dirty="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200" dirty="0" err="1">
                <a:solidFill>
                  <a:schemeClr val="tx1"/>
                </a:solidFill>
              </a:rPr>
              <a:t>Eshita</a:t>
            </a:r>
            <a:r>
              <a:rPr lang="en-IN" sz="1200" dirty="0">
                <a:solidFill>
                  <a:schemeClr val="tx1"/>
                </a:solidFill>
              </a:rPr>
              <a:t> Roy</a:t>
            </a:r>
          </a:p>
        </p:txBody>
      </p:sp>
      <p:sp>
        <p:nvSpPr>
          <p:cNvPr id="39" name="Oval 38"/>
          <p:cNvSpPr/>
          <p:nvPr/>
        </p:nvSpPr>
        <p:spPr>
          <a:xfrm>
            <a:off x="198610" y="4941193"/>
            <a:ext cx="720000" cy="720000"/>
          </a:xfrm>
          <a:prstGeom prst="ellipse">
            <a:avLst/>
          </a:prstGeom>
          <a:blipFill dpi="0"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1" name="Diagram 40"/>
          <p:cNvGraphicFramePr/>
          <p:nvPr>
            <p:extLst>
              <p:ext uri="{D42A27DB-BD31-4B8C-83A1-F6EECF244321}">
                <p14:modId xmlns:p14="http://schemas.microsoft.com/office/powerpoint/2010/main" val="3088783673"/>
              </p:ext>
            </p:extLst>
          </p:nvPr>
        </p:nvGraphicFramePr>
        <p:xfrm>
          <a:off x="425353" y="660366"/>
          <a:ext cx="11341290" cy="17233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15FDD3B6-CE85-030A-C257-3EEA6285A603}"/>
              </a:ext>
            </a:extLst>
          </p:cNvPr>
          <p:cNvGrpSpPr/>
          <p:nvPr/>
        </p:nvGrpSpPr>
        <p:grpSpPr>
          <a:xfrm>
            <a:off x="193881" y="5828158"/>
            <a:ext cx="3744034" cy="790580"/>
            <a:chOff x="193879" y="4502768"/>
            <a:chExt cx="3744034" cy="898258"/>
          </a:xfrm>
        </p:grpSpPr>
        <p:sp>
          <p:nvSpPr>
            <p:cNvPr id="5" name="Rounded Rectangle 13">
              <a:extLst>
                <a:ext uri="{FF2B5EF4-FFF2-40B4-BE49-F238E27FC236}">
                  <a16:creationId xmlns:a16="http://schemas.microsoft.com/office/drawing/2014/main" id="{543F2E9D-7998-4E9F-760B-5EBFB03223D4}"/>
                </a:ext>
              </a:extLst>
            </p:cNvPr>
            <p:cNvSpPr/>
            <p:nvPr/>
          </p:nvSpPr>
          <p:spPr>
            <a:xfrm>
              <a:off x="541358" y="4502768"/>
              <a:ext cx="3396555" cy="89825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400" b="1" dirty="0">
                  <a:solidFill>
                    <a:schemeClr val="accent6">
                      <a:lumMod val="50000"/>
                    </a:schemeClr>
                  </a:solidFill>
                </a:rPr>
                <a:t>    Feedback &amp; Grievance Redressal</a:t>
              </a:r>
            </a:p>
            <a:p>
              <a:pPr lvl="1"/>
              <a:r>
                <a:rPr lang="en-IN" sz="1400" b="1" dirty="0">
                  <a:solidFill>
                    <a:schemeClr val="tx1"/>
                  </a:solidFill>
                </a:rPr>
                <a:t>Rajrupa Majumder</a:t>
              </a:r>
              <a:r>
                <a:rPr lang="en-IN" sz="1400" dirty="0">
                  <a:solidFill>
                    <a:schemeClr val="tx1"/>
                  </a:solidFill>
                </a:rPr>
                <a:t>, FGR </a:t>
              </a:r>
              <a:r>
                <a:rPr lang="en-IN" sz="900" i="1" dirty="0">
                  <a:solidFill>
                    <a:schemeClr val="tx1"/>
                  </a:solidFill>
                </a:rPr>
                <a:t>Secretary</a:t>
              </a:r>
              <a:endParaRPr lang="en-IN" sz="1050" i="1" dirty="0">
                <a:solidFill>
                  <a:schemeClr val="tx1"/>
                </a:solidFill>
              </a:endParaRPr>
            </a:p>
            <a:p>
              <a:pPr marL="1200150" lvl="2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Sujay Sahu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F656626-67F3-5020-5E13-E234AAD819FB}"/>
                </a:ext>
              </a:extLst>
            </p:cNvPr>
            <p:cNvSpPr/>
            <p:nvPr/>
          </p:nvSpPr>
          <p:spPr>
            <a:xfrm>
              <a:off x="193879" y="4586573"/>
              <a:ext cx="720000" cy="720001"/>
            </a:xfrm>
            <a:prstGeom prst="ellipse">
              <a:avLst/>
            </a:prstGeom>
            <a:blipFill dpi="0"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278774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CB55"/>
      </a:accent1>
      <a:accent2>
        <a:srgbClr val="F1895D"/>
      </a:accent2>
      <a:accent3>
        <a:srgbClr val="B83B5E"/>
      </a:accent3>
      <a:accent4>
        <a:srgbClr val="1A7E89"/>
      </a:accent4>
      <a:accent5>
        <a:srgbClr val="4566A9"/>
      </a:accent5>
      <a:accent6>
        <a:srgbClr val="F3798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</TotalTime>
  <Words>160</Words>
  <Application>Microsoft Office PowerPoint</Application>
  <PresentationFormat>Widescreen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Lora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</dc:creator>
  <cp:lastModifiedBy>Utsov Roy</cp:lastModifiedBy>
  <cp:revision>222</cp:revision>
  <dcterms:created xsi:type="dcterms:W3CDTF">2023-02-18T06:56:43Z</dcterms:created>
  <dcterms:modified xsi:type="dcterms:W3CDTF">2025-12-25T10:52:54Z</dcterms:modified>
</cp:coreProperties>
</file>